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"/>
  </p:notesMasterIdLst>
  <p:sldIdLst>
    <p:sldId id="304" r:id="rId2"/>
    <p:sldId id="305" r:id="rId3"/>
    <p:sldId id="306" r:id="rId4"/>
    <p:sldId id="30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62" autoAdjust="0"/>
    <p:restoredTop sz="94660"/>
  </p:normalViewPr>
  <p:slideViewPr>
    <p:cSldViewPr>
      <p:cViewPr varScale="1">
        <p:scale>
          <a:sx n="56" d="100"/>
          <a:sy n="56" d="100"/>
        </p:scale>
        <p:origin x="8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90D24-C1CA-4D39-9F42-06331F8DCF5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C39D4B-9380-4D0C-B245-7DD3B6AE1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B05191E-C0E3-4A93-A30E-EC0AED580585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DCE9D82-D16D-4D79-9FE8-B8208C467D6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389120"/>
          </a:xfrm>
        </p:spPr>
        <p:txBody>
          <a:bodyPr>
            <a:normAutofit/>
          </a:bodyPr>
          <a:lstStyle/>
          <a:p>
            <a:r>
              <a:rPr lang="en-US" dirty="0"/>
              <a:t>Fusion Enterprise Structure</a:t>
            </a:r>
          </a:p>
          <a:p>
            <a:endParaRPr lang="en-US" dirty="0"/>
          </a:p>
          <a:p>
            <a:r>
              <a:rPr lang="en-US" dirty="0"/>
              <a:t>Enterprise</a:t>
            </a:r>
          </a:p>
          <a:p>
            <a:r>
              <a:rPr lang="en-US" dirty="0"/>
              <a:t>Division</a:t>
            </a:r>
          </a:p>
          <a:p>
            <a:r>
              <a:rPr lang="en-US" dirty="0"/>
              <a:t>Ledger</a:t>
            </a:r>
          </a:p>
          <a:p>
            <a:r>
              <a:rPr lang="en-US" dirty="0"/>
              <a:t>Legal Entity</a:t>
            </a:r>
          </a:p>
          <a:p>
            <a:r>
              <a:rPr lang="en-US" dirty="0"/>
              <a:t>Business Unit</a:t>
            </a:r>
          </a:p>
          <a:p>
            <a:r>
              <a:rPr lang="en-US" dirty="0"/>
              <a:t>Inventory Orgs</a:t>
            </a:r>
          </a:p>
          <a:p>
            <a:r>
              <a:rPr lang="en-US" dirty="0"/>
              <a:t>Departments</a:t>
            </a:r>
          </a:p>
        </p:txBody>
      </p:sp>
    </p:spTree>
    <p:extLst>
      <p:ext uri="{BB962C8B-B14F-4D97-AF65-F5344CB8AC3E}">
        <p14:creationId xmlns:p14="http://schemas.microsoft.com/office/powerpoint/2010/main" val="278238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389120"/>
          </a:xfrm>
        </p:spPr>
        <p:txBody>
          <a:bodyPr>
            <a:normAutofit/>
          </a:bodyPr>
          <a:lstStyle/>
          <a:p>
            <a:r>
              <a:rPr lang="en-US" dirty="0"/>
              <a:t>Fusion Enterprise Structure</a:t>
            </a:r>
          </a:p>
          <a:p>
            <a:endParaRPr lang="en-US" dirty="0"/>
          </a:p>
          <a:p>
            <a:r>
              <a:rPr lang="en-US" dirty="0"/>
              <a:t>Enterprise is mandatory in </a:t>
            </a:r>
            <a:r>
              <a:rPr lang="en-US"/>
              <a:t>fusion configuration.</a:t>
            </a:r>
            <a:endParaRPr lang="en-US" dirty="0"/>
          </a:p>
          <a:p>
            <a:r>
              <a:rPr lang="en-US" dirty="0"/>
              <a:t>Allowed to create only one Enterprise.</a:t>
            </a:r>
          </a:p>
          <a:p>
            <a:r>
              <a:rPr lang="en-US" dirty="0"/>
              <a:t>All Organizations are created with in Enterprise</a:t>
            </a:r>
          </a:p>
          <a:p>
            <a:r>
              <a:rPr lang="en-US" dirty="0"/>
              <a:t>It Captures the names of the Enterprise and headquarters location.</a:t>
            </a:r>
          </a:p>
        </p:txBody>
      </p:sp>
    </p:spTree>
    <p:extLst>
      <p:ext uri="{BB962C8B-B14F-4D97-AF65-F5344CB8AC3E}">
        <p14:creationId xmlns:p14="http://schemas.microsoft.com/office/powerpoint/2010/main" val="154796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97D1-A2A3-71F2-68BD-CF1DE22E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33E724-DC0F-DE26-3F3E-7AAC5CDD2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719" y="1819192"/>
            <a:ext cx="6064562" cy="32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09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00A52-E851-7CF8-D855-EE8305B4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39ABA-A3E8-F8F4-83A4-CFB39E4F8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5969646" cy="283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308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6856</TotalTime>
  <Words>48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Constantia</vt:lpstr>
      <vt:lpstr>Wingdings 2</vt:lpstr>
      <vt:lpstr>Flow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Fusion Technical </dc:title>
  <dc:creator>UDAY</dc:creator>
  <cp:lastModifiedBy>Rakesh Gurrapu</cp:lastModifiedBy>
  <cp:revision>130</cp:revision>
  <dcterms:created xsi:type="dcterms:W3CDTF">2020-04-01T10:49:53Z</dcterms:created>
  <dcterms:modified xsi:type="dcterms:W3CDTF">2025-09-22T17:05:55Z</dcterms:modified>
</cp:coreProperties>
</file>
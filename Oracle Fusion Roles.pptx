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3"/>
  </p:notesMasterIdLst>
  <p:sldIdLst>
    <p:sldId id="304" r:id="rId2"/>
    <p:sldId id="311" r:id="rId3"/>
    <p:sldId id="306" r:id="rId4"/>
    <p:sldId id="305" r:id="rId5"/>
    <p:sldId id="307" r:id="rId6"/>
    <p:sldId id="310" r:id="rId7"/>
    <p:sldId id="301" r:id="rId8"/>
    <p:sldId id="303" r:id="rId9"/>
    <p:sldId id="308" r:id="rId10"/>
    <p:sldId id="309" r:id="rId11"/>
    <p:sldId id="281"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6962" autoAdjust="0"/>
    <p:restoredTop sz="94660"/>
  </p:normalViewPr>
  <p:slideViewPr>
    <p:cSldViewPr>
      <p:cViewPr varScale="1">
        <p:scale>
          <a:sx n="59" d="100"/>
          <a:sy n="59" d="100"/>
        </p:scale>
        <p:origin x="728"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5A90D24-C1CA-4D39-9F42-06331F8DCF5C}" type="datetimeFigureOut">
              <a:rPr lang="en-US" smtClean="0"/>
              <a:t>4/2/2024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C39D4B-9380-4D0C-B245-7DD3B6AE1573}" type="slidenum">
              <a:rPr lang="en-US" smtClean="0"/>
              <a:t>‹#›</a:t>
            </a:fld>
            <a:endParaRPr lang="en-US"/>
          </a:p>
        </p:txBody>
      </p:sp>
    </p:spTree>
    <p:extLst>
      <p:ext uri="{BB962C8B-B14F-4D97-AF65-F5344CB8AC3E}">
        <p14:creationId xmlns:p14="http://schemas.microsoft.com/office/powerpoint/2010/main" val="297621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8C39D4B-9380-4D0C-B245-7DD3B6AE1573}" type="slidenum">
              <a:rPr lang="en-US" smtClean="0"/>
              <a:t>9</a:t>
            </a:fld>
            <a:endParaRPr lang="en-US"/>
          </a:p>
        </p:txBody>
      </p:sp>
    </p:spTree>
    <p:extLst>
      <p:ext uri="{BB962C8B-B14F-4D97-AF65-F5344CB8AC3E}">
        <p14:creationId xmlns:p14="http://schemas.microsoft.com/office/powerpoint/2010/main" val="115762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FB05191E-C0E3-4A93-A30E-EC0AED580585}" type="datetimeFigureOut">
              <a:rPr lang="en-US" smtClean="0"/>
              <a:t>4/2/2024</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5DCE9D82-D16D-4D79-9FE8-B8208C467D6D}"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B05191E-C0E3-4A93-A30E-EC0AED580585}" type="datetimeFigureOut">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CE9D82-D16D-4D79-9FE8-B8208C467D6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FB05191E-C0E3-4A93-A30E-EC0AED580585}" type="datetimeFigureOut">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CE9D82-D16D-4D79-9FE8-B8208C467D6D}"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B05191E-C0E3-4A93-A30E-EC0AED580585}" type="datetimeFigureOut">
              <a:rPr lang="en-US" smtClean="0"/>
              <a:t>4/2/2024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CE9D82-D16D-4D79-9FE8-B8208C467D6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FB05191E-C0E3-4A93-A30E-EC0AED580585}" type="datetimeFigureOut">
              <a:rPr lang="en-US" smtClean="0"/>
              <a:t>4/2/2024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CE9D82-D16D-4D79-9FE8-B8208C467D6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FB05191E-C0E3-4A93-A30E-EC0AED580585}" type="datetimeFigureOut">
              <a:rPr lang="en-US" smtClean="0"/>
              <a:t>4/2/2024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CE9D82-D16D-4D79-9FE8-B8208C467D6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05191E-C0E3-4A93-A30E-EC0AED580585}" type="datetimeFigureOut">
              <a:rPr lang="en-US" smtClean="0"/>
              <a:t>4/2/2024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CE9D82-D16D-4D79-9FE8-B8208C467D6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B05191E-C0E3-4A93-A30E-EC0AED580585}" type="datetimeFigureOut">
              <a:rPr lang="en-US" smtClean="0"/>
              <a:t>4/2/2024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CE9D82-D16D-4D79-9FE8-B8208C467D6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FB05191E-C0E3-4A93-A30E-EC0AED580585}" type="datetimeFigureOut">
              <a:rPr lang="en-US" smtClean="0"/>
              <a:t>4/2/2024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5DCE9D82-D16D-4D79-9FE8-B8208C467D6D}"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B05191E-C0E3-4A93-A30E-EC0AED580585}" type="datetimeFigureOut">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CE9D82-D16D-4D79-9FE8-B8208C467D6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B05191E-C0E3-4A93-A30E-EC0AED580585}" type="datetimeFigureOut">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CE9D82-D16D-4D79-9FE8-B8208C467D6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FB05191E-C0E3-4A93-A30E-EC0AED580585}" type="datetimeFigureOut">
              <a:rPr lang="en-US" smtClean="0"/>
              <a:t>4/2/2024</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5DCE9D82-D16D-4D79-9FE8-B8208C467D6D}"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68680"/>
            <a:ext cx="8229600" cy="4389120"/>
          </a:xfrm>
        </p:spPr>
        <p:txBody>
          <a:bodyPr/>
          <a:lstStyle/>
          <a:p>
            <a:r>
              <a:rPr lang="en-US" dirty="0"/>
              <a:t>What is Role ?</a:t>
            </a:r>
          </a:p>
          <a:p>
            <a:endParaRPr lang="en-US" dirty="0"/>
          </a:p>
          <a:p>
            <a:r>
              <a:rPr lang="en-US" sz="2000" dirty="0"/>
              <a:t>A role is some kind of privilege that you can assign to the user allowing them to perform certain type actions in the application.</a:t>
            </a:r>
          </a:p>
          <a:p>
            <a:endParaRPr lang="en-US" sz="2000" dirty="0"/>
          </a:p>
        </p:txBody>
      </p:sp>
    </p:spTree>
    <p:extLst>
      <p:ext uri="{BB962C8B-B14F-4D97-AF65-F5344CB8AC3E}">
        <p14:creationId xmlns:p14="http://schemas.microsoft.com/office/powerpoint/2010/main" val="2782383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68680"/>
            <a:ext cx="8229600" cy="4389120"/>
          </a:xfrm>
        </p:spPr>
        <p:txBody>
          <a:bodyPr/>
          <a:lstStyle/>
          <a:p>
            <a:r>
              <a:rPr lang="en-US" dirty="0"/>
              <a:t>Types of Roles</a:t>
            </a:r>
          </a:p>
          <a:p>
            <a:endParaRPr lang="en-US" dirty="0"/>
          </a:p>
          <a:p>
            <a:r>
              <a:rPr lang="en-US" sz="2000" dirty="0"/>
              <a:t>Job Role</a:t>
            </a:r>
          </a:p>
          <a:p>
            <a:r>
              <a:rPr lang="en-US" sz="2000" dirty="0"/>
              <a:t>Duty Role</a:t>
            </a:r>
          </a:p>
          <a:p>
            <a:r>
              <a:rPr lang="en-US" sz="2000" dirty="0"/>
              <a:t>Privilege Role</a:t>
            </a:r>
          </a:p>
          <a:p>
            <a:r>
              <a:rPr lang="en-US" sz="2000" dirty="0"/>
              <a:t>Abstract Role</a:t>
            </a:r>
          </a:p>
          <a:p>
            <a:endParaRPr lang="en-US" sz="2000" dirty="0"/>
          </a:p>
        </p:txBody>
      </p:sp>
    </p:spTree>
    <p:extLst>
      <p:ext uri="{BB962C8B-B14F-4D97-AF65-F5344CB8AC3E}">
        <p14:creationId xmlns:p14="http://schemas.microsoft.com/office/powerpoint/2010/main" val="560533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389120"/>
          </a:xfrm>
        </p:spPr>
        <p:txBody>
          <a:bodyPr/>
          <a:lstStyle/>
          <a:p>
            <a:r>
              <a:rPr lang="en-US" dirty="0"/>
              <a:t>Job Role</a:t>
            </a:r>
          </a:p>
          <a:p>
            <a:endParaRPr lang="en-US" dirty="0"/>
          </a:p>
          <a:p>
            <a:r>
              <a:rPr lang="en-US" sz="2000" dirty="0"/>
              <a:t>These are also known as Enterprise roles. These roles get mapped to one or more duty roles, because a person that takes a job in a company, then they are meant to perform several duties. </a:t>
            </a:r>
          </a:p>
          <a:p>
            <a:r>
              <a:rPr lang="en-US" sz="2000" dirty="0"/>
              <a:t>For example, a HR Recruiter Job will have a duty to scan resumes submitted and place an offer to the individual. The name of this role has the suffix _JOB. Some examples are Account Payables Manager Job, General Ledger Accounting Manager Job etc. Job roles are also referred to as external roles. </a:t>
            </a:r>
          </a:p>
        </p:txBody>
      </p:sp>
    </p:spTree>
    <p:extLst>
      <p:ext uri="{BB962C8B-B14F-4D97-AF65-F5344CB8AC3E}">
        <p14:creationId xmlns:p14="http://schemas.microsoft.com/office/powerpoint/2010/main" val="3135145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389120"/>
          </a:xfrm>
        </p:spPr>
        <p:txBody>
          <a:bodyPr/>
          <a:lstStyle/>
          <a:p>
            <a:r>
              <a:rPr lang="en-US"/>
              <a:t>Duty Role</a:t>
            </a:r>
            <a:endParaRPr lang="en-US" dirty="0"/>
          </a:p>
          <a:p>
            <a:endParaRPr lang="en-US" dirty="0"/>
          </a:p>
          <a:p>
            <a:r>
              <a:rPr lang="en-US" sz="2000" dirty="0"/>
              <a:t>These are also known as Application Roles,  and  duties are performed by the individuals.</a:t>
            </a:r>
          </a:p>
          <a:p>
            <a:r>
              <a:rPr lang="en-US" sz="2000" dirty="0"/>
              <a:t>Examples are Invoice Creation Duty, Invoice Approval Duty, GL Journal Entry Duty, GL Journal Approval Duty, GL Journal Posting Duty etc.</a:t>
            </a:r>
          </a:p>
          <a:p>
            <a:r>
              <a:rPr lang="en-US" sz="2000" dirty="0"/>
              <a:t>It is like saying to a new staff that you can perform xyz duties within your job or it is your duty to perform x y z things in your organization. The name of this role has the suffix _DUTY.</a:t>
            </a:r>
          </a:p>
          <a:p>
            <a:endParaRPr lang="en-US" sz="2000" dirty="0"/>
          </a:p>
        </p:txBody>
      </p:sp>
    </p:spTree>
    <p:extLst>
      <p:ext uri="{BB962C8B-B14F-4D97-AF65-F5344CB8AC3E}">
        <p14:creationId xmlns:p14="http://schemas.microsoft.com/office/powerpoint/2010/main" val="1207730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8229600" cy="4389120"/>
          </a:xfrm>
        </p:spPr>
        <p:txBody>
          <a:bodyPr>
            <a:normAutofit fontScale="85000" lnSpcReduction="10000"/>
          </a:bodyPr>
          <a:lstStyle/>
          <a:p>
            <a:r>
              <a:rPr lang="en-US" dirty="0"/>
              <a:t>Abstract Role</a:t>
            </a:r>
          </a:p>
          <a:p>
            <a:pPr>
              <a:spcBef>
                <a:spcPts val="1000"/>
              </a:spcBef>
            </a:pPr>
            <a:endParaRPr lang="en-US" dirty="0"/>
          </a:p>
          <a:p>
            <a:pPr>
              <a:spcBef>
                <a:spcPts val="1000"/>
              </a:spcBef>
            </a:pPr>
            <a:r>
              <a:rPr lang="en-US" sz="2400" dirty="0"/>
              <a:t>These are also known as Enterprise roles.</a:t>
            </a:r>
          </a:p>
          <a:p>
            <a:pPr>
              <a:spcBef>
                <a:spcPts val="1000"/>
              </a:spcBef>
            </a:pPr>
            <a:r>
              <a:rPr lang="en-US" sz="2400" dirty="0"/>
              <a:t>These roles are associated with a user irrespective of the Job they perform within an enterprise. Therefore abstract roles are at a higher level spanning various jobs, and hence their name abstract. </a:t>
            </a:r>
          </a:p>
          <a:p>
            <a:pPr>
              <a:spcBef>
                <a:spcPts val="1000"/>
              </a:spcBef>
            </a:pPr>
            <a:r>
              <a:rPr lang="en-US" sz="2400" dirty="0"/>
              <a:t>Abstract roles represent a worker’s role in the enterprise, independently of the job that the worker is hired to do. There are three seeded abstract roles delivered with Oracle Fusion HCM. These are the Employee, Line Manager, and Contingent Worker roles. Abstract roles are assigned to user automatically when some event occurs like Hire an employee, Terminate an employee or Promote an employee.</a:t>
            </a:r>
          </a:p>
        </p:txBody>
      </p:sp>
    </p:spTree>
    <p:extLst>
      <p:ext uri="{BB962C8B-B14F-4D97-AF65-F5344CB8AC3E}">
        <p14:creationId xmlns:p14="http://schemas.microsoft.com/office/powerpoint/2010/main" val="1878290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047425"/>
            <a:ext cx="5710237" cy="520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782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1080"/>
            <a:ext cx="2362200" cy="502920"/>
          </a:xfrm>
        </p:spPr>
        <p:txBody>
          <a:bodyPr/>
          <a:lstStyle/>
          <a:p>
            <a:r>
              <a:rPr lang="en-US" i="1" dirty="0"/>
              <a:t>Fusion Roles</a:t>
            </a:r>
          </a:p>
        </p:txBody>
      </p:sp>
      <p:sp>
        <p:nvSpPr>
          <p:cNvPr id="4" name="Content Placeholder 2"/>
          <p:cNvSpPr txBox="1">
            <a:spLocks/>
          </p:cNvSpPr>
          <p:nvPr/>
        </p:nvSpPr>
        <p:spPr>
          <a:xfrm>
            <a:off x="762000" y="2743200"/>
            <a:ext cx="2579318" cy="2895600"/>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spcBef>
                <a:spcPts val="2000"/>
              </a:spcBef>
              <a:buNone/>
            </a:pPr>
            <a:r>
              <a:rPr lang="en-US" sz="2400" dirty="0"/>
              <a:t>Data Role</a:t>
            </a:r>
          </a:p>
          <a:p>
            <a:pPr marL="0" indent="0">
              <a:spcBef>
                <a:spcPts val="2000"/>
              </a:spcBef>
              <a:buNone/>
            </a:pPr>
            <a:r>
              <a:rPr lang="en-US" sz="2400" dirty="0"/>
              <a:t>Job Roles</a:t>
            </a:r>
          </a:p>
          <a:p>
            <a:pPr marL="0" indent="0">
              <a:spcBef>
                <a:spcPts val="2000"/>
              </a:spcBef>
              <a:buNone/>
            </a:pPr>
            <a:r>
              <a:rPr lang="en-US" sz="2400" dirty="0"/>
              <a:t>Duty Role</a:t>
            </a:r>
          </a:p>
          <a:p>
            <a:pPr marL="0" indent="0">
              <a:spcBef>
                <a:spcPts val="2000"/>
              </a:spcBef>
              <a:buNone/>
            </a:pPr>
            <a:r>
              <a:rPr lang="en-US" sz="2400" dirty="0"/>
              <a:t>Privilege Role</a:t>
            </a:r>
          </a:p>
        </p:txBody>
      </p:sp>
      <p:sp>
        <p:nvSpPr>
          <p:cNvPr id="5" name="Content Placeholder 2"/>
          <p:cNvSpPr txBox="1">
            <a:spLocks/>
          </p:cNvSpPr>
          <p:nvPr/>
        </p:nvSpPr>
        <p:spPr>
          <a:xfrm>
            <a:off x="392482" y="1905000"/>
            <a:ext cx="2362200" cy="502920"/>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lgn="ctr">
              <a:buNone/>
            </a:pPr>
            <a:r>
              <a:rPr lang="en-US" dirty="0">
                <a:solidFill>
                  <a:srgbClr val="FF0000"/>
                </a:solidFill>
              </a:rPr>
              <a:t>Fusion</a:t>
            </a:r>
          </a:p>
        </p:txBody>
      </p:sp>
      <p:sp>
        <p:nvSpPr>
          <p:cNvPr id="6" name="Content Placeholder 2"/>
          <p:cNvSpPr txBox="1">
            <a:spLocks/>
          </p:cNvSpPr>
          <p:nvPr/>
        </p:nvSpPr>
        <p:spPr>
          <a:xfrm>
            <a:off x="4648200" y="1905000"/>
            <a:ext cx="2362200" cy="502920"/>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lgn="ctr">
              <a:buNone/>
            </a:pPr>
            <a:r>
              <a:rPr lang="en-US" dirty="0">
                <a:solidFill>
                  <a:srgbClr val="FF0000"/>
                </a:solidFill>
              </a:rPr>
              <a:t>EBS</a:t>
            </a:r>
          </a:p>
        </p:txBody>
      </p:sp>
      <p:sp>
        <p:nvSpPr>
          <p:cNvPr id="8" name="Content Placeholder 2"/>
          <p:cNvSpPr txBox="1">
            <a:spLocks/>
          </p:cNvSpPr>
          <p:nvPr/>
        </p:nvSpPr>
        <p:spPr>
          <a:xfrm>
            <a:off x="5105400" y="2743200"/>
            <a:ext cx="2579318" cy="2895600"/>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spcBef>
                <a:spcPts val="2000"/>
              </a:spcBef>
              <a:buNone/>
            </a:pPr>
            <a:r>
              <a:rPr lang="en-US" sz="2400" dirty="0"/>
              <a:t>Data restriction</a:t>
            </a:r>
          </a:p>
          <a:p>
            <a:pPr marL="0" indent="0">
              <a:spcBef>
                <a:spcPts val="2000"/>
              </a:spcBef>
              <a:buNone/>
            </a:pPr>
            <a:r>
              <a:rPr lang="en-US" sz="2400" dirty="0"/>
              <a:t>Responsibility</a:t>
            </a:r>
          </a:p>
          <a:p>
            <a:pPr marL="0" indent="0">
              <a:spcBef>
                <a:spcPts val="2000"/>
              </a:spcBef>
              <a:buNone/>
            </a:pPr>
            <a:r>
              <a:rPr lang="en-US" sz="2400" dirty="0"/>
              <a:t>Menu, Sub Menu</a:t>
            </a:r>
          </a:p>
          <a:p>
            <a:pPr marL="0" indent="0">
              <a:spcBef>
                <a:spcPts val="2000"/>
              </a:spcBef>
              <a:buNone/>
            </a:pPr>
            <a:r>
              <a:rPr lang="en-US" sz="2400" dirty="0"/>
              <a:t>Form Function</a:t>
            </a:r>
          </a:p>
        </p:txBody>
      </p:sp>
      <p:sp>
        <p:nvSpPr>
          <p:cNvPr id="2" name="Right Arrow 1"/>
          <p:cNvSpPr/>
          <p:nvPr/>
        </p:nvSpPr>
        <p:spPr>
          <a:xfrm>
            <a:off x="2907082" y="2895600"/>
            <a:ext cx="1893518"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2907082" y="3581400"/>
            <a:ext cx="1893518"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a:off x="2907082" y="4191000"/>
            <a:ext cx="1893518"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a:off x="2895600" y="4800600"/>
            <a:ext cx="1893518"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1066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66800"/>
            <a:ext cx="6400800" cy="731520"/>
          </a:xfrm>
        </p:spPr>
        <p:txBody>
          <a:bodyPr>
            <a:normAutofit/>
          </a:bodyPr>
          <a:lstStyle/>
          <a:p>
            <a:r>
              <a:rPr lang="en-US" i="1" dirty="0"/>
              <a:t>function security and data security</a:t>
            </a:r>
          </a:p>
          <a:p>
            <a:endParaRPr lang="en-US" i="1" dirty="0"/>
          </a:p>
        </p:txBody>
      </p:sp>
      <p:sp>
        <p:nvSpPr>
          <p:cNvPr id="4" name="Content Placeholder 2"/>
          <p:cNvSpPr txBox="1">
            <a:spLocks/>
          </p:cNvSpPr>
          <p:nvPr/>
        </p:nvSpPr>
        <p:spPr>
          <a:xfrm>
            <a:off x="381000" y="1905000"/>
            <a:ext cx="7696200" cy="4191000"/>
          </a:xfrm>
          <a:prstGeom prst="rect">
            <a:avLst/>
          </a:prstGeom>
        </p:spPr>
        <p:txBody>
          <a:bodyPr vert="horz">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spcBef>
                <a:spcPts val="200"/>
              </a:spcBef>
            </a:pPr>
            <a:r>
              <a:rPr lang="en-US" sz="2000" dirty="0"/>
              <a:t>Function security is a statement of what actions you can perform in which user interface pages.</a:t>
            </a:r>
          </a:p>
          <a:p>
            <a:pPr>
              <a:spcBef>
                <a:spcPts val="200"/>
              </a:spcBef>
            </a:pPr>
            <a:r>
              <a:rPr lang="en-US" sz="2000" dirty="0"/>
              <a:t>Data security is a statement of what action can be taken against which data.</a:t>
            </a:r>
          </a:p>
          <a:p>
            <a:pPr>
              <a:spcBef>
                <a:spcPts val="200"/>
              </a:spcBef>
            </a:pPr>
            <a:r>
              <a:rPr lang="en-US" sz="2000" dirty="0"/>
              <a:t>Function security controls access to user interfaces and actions needed to perform the tasks of a job. For example, an accounts payable manager can view invoices. The Accounts Payable Manager role provisioned to the accounts payable manager authorizes access the functions required to view invoices. </a:t>
            </a:r>
          </a:p>
          <a:p>
            <a:pPr>
              <a:spcBef>
                <a:spcPts val="200"/>
              </a:spcBef>
            </a:pPr>
            <a:r>
              <a:rPr lang="en-US" sz="2000" dirty="0"/>
              <a:t>Data security controls access to data. In this example, the accounts payable manager for the North American Commercial Operation can view invoices in the North American Business Unit.</a:t>
            </a:r>
          </a:p>
        </p:txBody>
      </p:sp>
    </p:spTree>
    <p:extLst>
      <p:ext uri="{BB962C8B-B14F-4D97-AF65-F5344CB8AC3E}">
        <p14:creationId xmlns:p14="http://schemas.microsoft.com/office/powerpoint/2010/main" val="1422013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389120"/>
          </a:xfrm>
        </p:spPr>
        <p:txBody>
          <a:bodyPr/>
          <a:lstStyle/>
          <a:p>
            <a:r>
              <a:rPr lang="en-US" b="1" dirty="0">
                <a:solidFill>
                  <a:srgbClr val="FF0000"/>
                </a:solidFill>
              </a:rPr>
              <a:t>Requirement :</a:t>
            </a:r>
            <a:r>
              <a:rPr lang="en-US" dirty="0"/>
              <a:t> </a:t>
            </a:r>
          </a:p>
          <a:p>
            <a:endParaRPr lang="en-US" dirty="0"/>
          </a:p>
          <a:p>
            <a:pPr>
              <a:spcBef>
                <a:spcPts val="1000"/>
              </a:spcBef>
            </a:pPr>
            <a:r>
              <a:rPr lang="en-US" sz="2000" dirty="0"/>
              <a:t>There is a Security in chief (lets say Mr. Security) responsible for taking care of all security measurements in your organization. He needs to be given authority to terminate any employee caught violating security guidelines. In oracle terminology he needs to be given a new role to be able to terminate any employee within your organization.</a:t>
            </a:r>
          </a:p>
        </p:txBody>
      </p:sp>
    </p:spTree>
    <p:extLst>
      <p:ext uri="{BB962C8B-B14F-4D97-AF65-F5344CB8AC3E}">
        <p14:creationId xmlns:p14="http://schemas.microsoft.com/office/powerpoint/2010/main" val="1364924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524000"/>
            <a:ext cx="8229600" cy="4389120"/>
          </a:xfrm>
        </p:spPr>
        <p:txBody>
          <a:bodyPr>
            <a:normAutofit/>
          </a:bodyPr>
          <a:lstStyle/>
          <a:p>
            <a:pPr fontAlgn="base"/>
            <a:r>
              <a:rPr lang="en-US" sz="2000" dirty="0"/>
              <a:t>Now the function to terminate employee is already available with few seeded roles like Manager and HR Specialist but you can not assign them to Mr. Security as using the seeded role “Manager” he would be able to terminate only people falling under the manager hierarchy. You cannot also assign another seeded role “</a:t>
            </a:r>
            <a:r>
              <a:rPr lang="en-US" sz="2000" dirty="0" err="1"/>
              <a:t>Hr</a:t>
            </a:r>
            <a:r>
              <a:rPr lang="en-US" sz="2000" dirty="0"/>
              <a:t> Specialist” to </a:t>
            </a:r>
            <a:r>
              <a:rPr lang="en-US" sz="2000" dirty="0" err="1"/>
              <a:t>Mr</a:t>
            </a:r>
            <a:r>
              <a:rPr lang="en-US" sz="2000" dirty="0"/>
              <a:t> Security as it comes with many other powerful things along with Termination.</a:t>
            </a:r>
          </a:p>
          <a:p>
            <a:pPr fontAlgn="base"/>
            <a:endParaRPr lang="en-US" sz="2000" dirty="0"/>
          </a:p>
          <a:p>
            <a:pPr fontAlgn="base"/>
            <a:r>
              <a:rPr lang="en-US" sz="2000" dirty="0"/>
              <a:t>So the only option is to create a new custom role only for terminating employees and assign it to </a:t>
            </a:r>
            <a:r>
              <a:rPr lang="en-US" sz="2000" dirty="0" err="1"/>
              <a:t>Mr</a:t>
            </a:r>
            <a:r>
              <a:rPr lang="en-US" sz="2000" dirty="0"/>
              <a:t> Security. In the next steps we will see how can this be done.</a:t>
            </a:r>
          </a:p>
          <a:p>
            <a:endParaRPr lang="en-US" sz="2000" dirty="0"/>
          </a:p>
        </p:txBody>
      </p:sp>
    </p:spTree>
    <p:extLst>
      <p:ext uri="{BB962C8B-B14F-4D97-AF65-F5344CB8AC3E}">
        <p14:creationId xmlns:p14="http://schemas.microsoft.com/office/powerpoint/2010/main" val="4239001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Thank You.</a:t>
            </a:r>
          </a:p>
        </p:txBody>
      </p:sp>
      <p:sp>
        <p:nvSpPr>
          <p:cNvPr id="7" name="Footer Placeholder 3"/>
          <p:cNvSpPr txBox="1">
            <a:spLocks/>
          </p:cNvSpPr>
          <p:nvPr/>
        </p:nvSpPr>
        <p:spPr>
          <a:xfrm>
            <a:off x="152400" y="6492875"/>
            <a:ext cx="3786691" cy="365125"/>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t>www.techleadsit.com</a:t>
            </a:r>
            <a:endParaRPr lang="en-US" dirty="0"/>
          </a:p>
        </p:txBody>
      </p:sp>
      <p:sp>
        <p:nvSpPr>
          <p:cNvPr id="8" name="Footer Placeholder 3"/>
          <p:cNvSpPr txBox="1">
            <a:spLocks/>
          </p:cNvSpPr>
          <p:nvPr/>
        </p:nvSpPr>
        <p:spPr>
          <a:xfrm>
            <a:off x="6934200" y="6492875"/>
            <a:ext cx="2195945" cy="365125"/>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t>8125 32 32 32</a:t>
            </a:r>
            <a:endParaRPr lang="en-US" dirty="0"/>
          </a:p>
        </p:txBody>
      </p:sp>
    </p:spTree>
    <p:extLst>
      <p:ext uri="{BB962C8B-B14F-4D97-AF65-F5344CB8AC3E}">
        <p14:creationId xmlns:p14="http://schemas.microsoft.com/office/powerpoint/2010/main" val="6962359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6855</TotalTime>
  <Words>669</Words>
  <Application>Microsoft Office PowerPoint</Application>
  <PresentationFormat>On-screen Show (4:3)</PresentationFormat>
  <Paragraphs>49</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Calibri</vt:lpstr>
      <vt:lpstr>Constantia</vt:lpstr>
      <vt:lpstr>Wingdings 2</vt:lpstr>
      <vt:lpstr>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Oracle Fusion Technical </dc:title>
  <dc:creator>UDAY</dc:creator>
  <cp:lastModifiedBy>Rakesh Gurrapu</cp:lastModifiedBy>
  <cp:revision>127</cp:revision>
  <dcterms:created xsi:type="dcterms:W3CDTF">2020-04-01T10:49:53Z</dcterms:created>
  <dcterms:modified xsi:type="dcterms:W3CDTF">2024-04-02T01:35:25Z</dcterms:modified>
</cp:coreProperties>
</file>